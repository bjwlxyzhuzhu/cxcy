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01 封面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项目名称：一句话讲清楚用户、场景与价值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0A4C9E"/>
                </a:solidFill>
                <a:latin typeface="微软雅黑"/>
              </a:rPr>
              <a:t>参赛路演PPT模板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788920"/>
            <a:ext cx="4206240" cy="438912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挑战杯 / 中国国际大学生创新大赛通用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5C6E84"/>
                </a:solidFill>
                <a:latin typeface="微软雅黑"/>
              </a:rPr>
              <a:t>请替换为项目Logo、团队照片或产品图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02 痛点与机会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为什么这个问题值得做？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真实用户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痛点证据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区域/产业背景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03 目标用户与市场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谁会使用？谁会付费？市场从哪里切入？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用户画像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市场规模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细分场景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04 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我们提供什么产品/服务？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核心功能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服务流程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MVP版本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05 技术路线/产品原型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方案为什么可行？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技术架构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原型截图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测试结果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06 竞品与差异化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为什么不是已有方案？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竞品对比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差异化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壁垒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07 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如何持续运转？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收入来源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成本结构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渠道伙伴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08 运营进展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现在做到哪一步？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试点数据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用户反馈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合作资源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09 数据与验证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用证据证明价值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问卷/访谈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实验/测试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转化数据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10 团队与分工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为什么是我们？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专业互补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导师资源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已有成果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11 财务与资源需求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钱怎么花，怎么回来？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启动成本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收入预测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资源需求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12 风险与合规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我们知道边界在哪里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技术风险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市场风险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知识产权/数据合规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13 社会价值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项目对产业、学校、社会有什么贡献？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乡村振兴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绿色低碳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教育公平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59767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科技报国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59767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4264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14 里程碑计划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未来12个月怎么推进？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产品迭代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市场试点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赛事/融资/落地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F"/>
          </a:solidFill>
          <a:ln>
            <a:solidFill>
              <a:srgbClr val="F2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2660"/>
          </a:solidFill>
          <a:ln>
            <a:solidFill>
              <a:srgbClr val="04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15 结束页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A4C9E"/>
                </a:solidFill>
                <a:latin typeface="微软雅黑"/>
              </a:rPr>
              <a:t>一句话收束：我们要用什么创新解决什么真实问题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3154680" cy="475488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谢谢评委，请批评指正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78608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6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7485F"/>
                </a:solidFill>
                <a:latin typeface="微软雅黑"/>
              </a:rPr>
              <a:t>放置图表/截图/关键数据
要点1：
要点2：
要点3：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347472"/>
          </a:xfrm>
          <a:prstGeom prst="roundRect">
            <a:avLst/>
          </a:prstGeom>
          <a:solidFill>
            <a:srgbClr val="0A4C9E"/>
          </a:solidFill>
          <a:ln>
            <a:solidFill>
              <a:srgbClr val="0A4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一句话页脚：本页只回答一个核心问题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